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79F718E-2E34-4F40-B28D-E9015FB54A13}" v="4" dt="2026-04-14T14:26:56.42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954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 Shing CHEN" userId="6d1cba27-f494-46ed-859e-cb8f1b8279cb" providerId="ADAL" clId="{C080A3EA-7C87-437A-A8F6-96D168992977}"/>
    <pc:docChg chg="undo custSel addSld delSld modSld">
      <pc:chgData name="Ka Shing CHEN" userId="6d1cba27-f494-46ed-859e-cb8f1b8279cb" providerId="ADAL" clId="{C080A3EA-7C87-437A-A8F6-96D168992977}" dt="2026-04-14T14:28:01.472" v="80" actId="1076"/>
      <pc:docMkLst>
        <pc:docMk/>
      </pc:docMkLst>
      <pc:sldChg chg="modSp mod">
        <pc:chgData name="Ka Shing CHEN" userId="6d1cba27-f494-46ed-859e-cb8f1b8279cb" providerId="ADAL" clId="{C080A3EA-7C87-437A-A8F6-96D168992977}" dt="2026-04-14T14:21:46.211" v="13" actId="14100"/>
        <pc:sldMkLst>
          <pc:docMk/>
          <pc:sldMk cId="0" sldId="257"/>
        </pc:sldMkLst>
        <pc:spChg chg="mod">
          <ac:chgData name="Ka Shing CHEN" userId="6d1cba27-f494-46ed-859e-cb8f1b8279cb" providerId="ADAL" clId="{C080A3EA-7C87-437A-A8F6-96D168992977}" dt="2026-04-14T14:21:46.211" v="13" actId="14100"/>
          <ac:spMkLst>
            <pc:docMk/>
            <pc:sldMk cId="0" sldId="257"/>
            <ac:spMk id="4" creationId="{00000000-0000-0000-0000-000000000000}"/>
          </ac:spMkLst>
        </pc:spChg>
        <pc:spChg chg="mod">
          <ac:chgData name="Ka Shing CHEN" userId="6d1cba27-f494-46ed-859e-cb8f1b8279cb" providerId="ADAL" clId="{C080A3EA-7C87-437A-A8F6-96D168992977}" dt="2026-04-14T14:21:34.076" v="10" actId="1076"/>
          <ac:spMkLst>
            <pc:docMk/>
            <pc:sldMk cId="0" sldId="257"/>
            <ac:spMk id="5" creationId="{00000000-0000-0000-0000-000000000000}"/>
          </ac:spMkLst>
        </pc:spChg>
        <pc:spChg chg="mod">
          <ac:chgData name="Ka Shing CHEN" userId="6d1cba27-f494-46ed-859e-cb8f1b8279cb" providerId="ADAL" clId="{C080A3EA-7C87-437A-A8F6-96D168992977}" dt="2026-04-14T14:21:34.076" v="10" actId="1076"/>
          <ac:spMkLst>
            <pc:docMk/>
            <pc:sldMk cId="0" sldId="257"/>
            <ac:spMk id="6" creationId="{00000000-0000-0000-0000-000000000000}"/>
          </ac:spMkLst>
        </pc:spChg>
        <pc:spChg chg="mod">
          <ac:chgData name="Ka Shing CHEN" userId="6d1cba27-f494-46ed-859e-cb8f1b8279cb" providerId="ADAL" clId="{C080A3EA-7C87-437A-A8F6-96D168992977}" dt="2026-04-14T14:21:34.076" v="10" actId="1076"/>
          <ac:spMkLst>
            <pc:docMk/>
            <pc:sldMk cId="0" sldId="257"/>
            <ac:spMk id="7" creationId="{00000000-0000-0000-0000-000000000000}"/>
          </ac:spMkLst>
        </pc:spChg>
        <pc:spChg chg="mod">
          <ac:chgData name="Ka Shing CHEN" userId="6d1cba27-f494-46ed-859e-cb8f1b8279cb" providerId="ADAL" clId="{C080A3EA-7C87-437A-A8F6-96D168992977}" dt="2026-04-14T14:21:34.076" v="10" actId="1076"/>
          <ac:spMkLst>
            <pc:docMk/>
            <pc:sldMk cId="0" sldId="257"/>
            <ac:spMk id="8" creationId="{00000000-0000-0000-0000-000000000000}"/>
          </ac:spMkLst>
        </pc:spChg>
        <pc:spChg chg="mod">
          <ac:chgData name="Ka Shing CHEN" userId="6d1cba27-f494-46ed-859e-cb8f1b8279cb" providerId="ADAL" clId="{C080A3EA-7C87-437A-A8F6-96D168992977}" dt="2026-04-14T14:21:34.076" v="10" actId="1076"/>
          <ac:spMkLst>
            <pc:docMk/>
            <pc:sldMk cId="0" sldId="257"/>
            <ac:spMk id="9" creationId="{00000000-0000-0000-0000-000000000000}"/>
          </ac:spMkLst>
        </pc:spChg>
        <pc:spChg chg="mod">
          <ac:chgData name="Ka Shing CHEN" userId="6d1cba27-f494-46ed-859e-cb8f1b8279cb" providerId="ADAL" clId="{C080A3EA-7C87-437A-A8F6-96D168992977}" dt="2026-04-14T14:21:39.703" v="11" actId="1076"/>
          <ac:spMkLst>
            <pc:docMk/>
            <pc:sldMk cId="0" sldId="257"/>
            <ac:spMk id="10" creationId="{00000000-0000-0000-0000-000000000000}"/>
          </ac:spMkLst>
        </pc:spChg>
        <pc:spChg chg="mod">
          <ac:chgData name="Ka Shing CHEN" userId="6d1cba27-f494-46ed-859e-cb8f1b8279cb" providerId="ADAL" clId="{C080A3EA-7C87-437A-A8F6-96D168992977}" dt="2026-04-14T14:21:39.703" v="11" actId="1076"/>
          <ac:spMkLst>
            <pc:docMk/>
            <pc:sldMk cId="0" sldId="257"/>
            <ac:spMk id="11" creationId="{00000000-0000-0000-0000-000000000000}"/>
          </ac:spMkLst>
        </pc:spChg>
        <pc:spChg chg="mod">
          <ac:chgData name="Ka Shing CHEN" userId="6d1cba27-f494-46ed-859e-cb8f1b8279cb" providerId="ADAL" clId="{C080A3EA-7C87-437A-A8F6-96D168992977}" dt="2026-04-14T14:21:39.703" v="11" actId="1076"/>
          <ac:spMkLst>
            <pc:docMk/>
            <pc:sldMk cId="0" sldId="257"/>
            <ac:spMk id="12" creationId="{00000000-0000-0000-0000-000000000000}"/>
          </ac:spMkLst>
        </pc:spChg>
        <pc:spChg chg="mod">
          <ac:chgData name="Ka Shing CHEN" userId="6d1cba27-f494-46ed-859e-cb8f1b8279cb" providerId="ADAL" clId="{C080A3EA-7C87-437A-A8F6-96D168992977}" dt="2026-04-14T14:21:39.703" v="11" actId="1076"/>
          <ac:spMkLst>
            <pc:docMk/>
            <pc:sldMk cId="0" sldId="257"/>
            <ac:spMk id="13" creationId="{00000000-0000-0000-0000-000000000000}"/>
          </ac:spMkLst>
        </pc:spChg>
        <pc:spChg chg="mod">
          <ac:chgData name="Ka Shing CHEN" userId="6d1cba27-f494-46ed-859e-cb8f1b8279cb" providerId="ADAL" clId="{C080A3EA-7C87-437A-A8F6-96D168992977}" dt="2026-04-14T14:21:39.703" v="11" actId="1076"/>
          <ac:spMkLst>
            <pc:docMk/>
            <pc:sldMk cId="0" sldId="257"/>
            <ac:spMk id="14" creationId="{00000000-0000-0000-0000-000000000000}"/>
          </ac:spMkLst>
        </pc:spChg>
        <pc:spChg chg="mod">
          <ac:chgData name="Ka Shing CHEN" userId="6d1cba27-f494-46ed-859e-cb8f1b8279cb" providerId="ADAL" clId="{C080A3EA-7C87-437A-A8F6-96D168992977}" dt="2026-04-14T14:21:43.073" v="12" actId="1076"/>
          <ac:spMkLst>
            <pc:docMk/>
            <pc:sldMk cId="0" sldId="257"/>
            <ac:spMk id="15" creationId="{00000000-0000-0000-0000-000000000000}"/>
          </ac:spMkLst>
        </pc:spChg>
        <pc:spChg chg="mod">
          <ac:chgData name="Ka Shing CHEN" userId="6d1cba27-f494-46ed-859e-cb8f1b8279cb" providerId="ADAL" clId="{C080A3EA-7C87-437A-A8F6-96D168992977}" dt="2026-04-14T14:21:43.073" v="12" actId="1076"/>
          <ac:spMkLst>
            <pc:docMk/>
            <pc:sldMk cId="0" sldId="257"/>
            <ac:spMk id="16" creationId="{00000000-0000-0000-0000-000000000000}"/>
          </ac:spMkLst>
        </pc:spChg>
        <pc:spChg chg="mod">
          <ac:chgData name="Ka Shing CHEN" userId="6d1cba27-f494-46ed-859e-cb8f1b8279cb" providerId="ADAL" clId="{C080A3EA-7C87-437A-A8F6-96D168992977}" dt="2026-04-14T14:21:43.073" v="12" actId="1076"/>
          <ac:spMkLst>
            <pc:docMk/>
            <pc:sldMk cId="0" sldId="257"/>
            <ac:spMk id="17" creationId="{00000000-0000-0000-0000-000000000000}"/>
          </ac:spMkLst>
        </pc:spChg>
        <pc:spChg chg="mod">
          <ac:chgData name="Ka Shing CHEN" userId="6d1cba27-f494-46ed-859e-cb8f1b8279cb" providerId="ADAL" clId="{C080A3EA-7C87-437A-A8F6-96D168992977}" dt="2026-04-14T14:21:43.073" v="12" actId="1076"/>
          <ac:spMkLst>
            <pc:docMk/>
            <pc:sldMk cId="0" sldId="257"/>
            <ac:spMk id="18" creationId="{00000000-0000-0000-0000-000000000000}"/>
          </ac:spMkLst>
        </pc:spChg>
        <pc:spChg chg="mod">
          <ac:chgData name="Ka Shing CHEN" userId="6d1cba27-f494-46ed-859e-cb8f1b8279cb" providerId="ADAL" clId="{C080A3EA-7C87-437A-A8F6-96D168992977}" dt="2026-04-14T14:21:43.073" v="12" actId="1076"/>
          <ac:spMkLst>
            <pc:docMk/>
            <pc:sldMk cId="0" sldId="257"/>
            <ac:spMk id="19" creationId="{00000000-0000-0000-0000-000000000000}"/>
          </ac:spMkLst>
        </pc:spChg>
      </pc:sldChg>
      <pc:sldChg chg="modSp mod">
        <pc:chgData name="Ka Shing CHEN" userId="6d1cba27-f494-46ed-859e-cb8f1b8279cb" providerId="ADAL" clId="{C080A3EA-7C87-437A-A8F6-96D168992977}" dt="2026-04-14T14:22:14.700" v="22" actId="14100"/>
        <pc:sldMkLst>
          <pc:docMk/>
          <pc:sldMk cId="0" sldId="258"/>
        </pc:sldMkLst>
        <pc:spChg chg="mod">
          <ac:chgData name="Ka Shing CHEN" userId="6d1cba27-f494-46ed-859e-cb8f1b8279cb" providerId="ADAL" clId="{C080A3EA-7C87-437A-A8F6-96D168992977}" dt="2026-04-14T14:22:14.700" v="22" actId="14100"/>
          <ac:spMkLst>
            <pc:docMk/>
            <pc:sldMk cId="0" sldId="258"/>
            <ac:spMk id="4" creationId="{00000000-0000-0000-0000-000000000000}"/>
          </ac:spMkLst>
        </pc:spChg>
        <pc:spChg chg="mod">
          <ac:chgData name="Ka Shing CHEN" userId="6d1cba27-f494-46ed-859e-cb8f1b8279cb" providerId="ADAL" clId="{C080A3EA-7C87-437A-A8F6-96D168992977}" dt="2026-04-14T14:22:00.738" v="16" actId="1076"/>
          <ac:spMkLst>
            <pc:docMk/>
            <pc:sldMk cId="0" sldId="258"/>
            <ac:spMk id="7" creationId="{00000000-0000-0000-0000-000000000000}"/>
          </ac:spMkLst>
        </pc:spChg>
        <pc:spChg chg="mod">
          <ac:chgData name="Ka Shing CHEN" userId="6d1cba27-f494-46ed-859e-cb8f1b8279cb" providerId="ADAL" clId="{C080A3EA-7C87-437A-A8F6-96D168992977}" dt="2026-04-14T14:21:57.453" v="15" actId="1076"/>
          <ac:spMkLst>
            <pc:docMk/>
            <pc:sldMk cId="0" sldId="258"/>
            <ac:spMk id="9" creationId="{00000000-0000-0000-0000-000000000000}"/>
          </ac:spMkLst>
        </pc:spChg>
        <pc:spChg chg="mod">
          <ac:chgData name="Ka Shing CHEN" userId="6d1cba27-f494-46ed-859e-cb8f1b8279cb" providerId="ADAL" clId="{C080A3EA-7C87-437A-A8F6-96D168992977}" dt="2026-04-14T14:22:03.735" v="18" actId="1076"/>
          <ac:spMkLst>
            <pc:docMk/>
            <pc:sldMk cId="0" sldId="258"/>
            <ac:spMk id="10" creationId="{00000000-0000-0000-0000-000000000000}"/>
          </ac:spMkLst>
        </pc:spChg>
        <pc:spChg chg="mod">
          <ac:chgData name="Ka Shing CHEN" userId="6d1cba27-f494-46ed-859e-cb8f1b8279cb" providerId="ADAL" clId="{C080A3EA-7C87-437A-A8F6-96D168992977}" dt="2026-04-14T14:22:10.096" v="21" actId="1076"/>
          <ac:spMkLst>
            <pc:docMk/>
            <pc:sldMk cId="0" sldId="258"/>
            <ac:spMk id="12" creationId="{00000000-0000-0000-0000-000000000000}"/>
          </ac:spMkLst>
        </pc:spChg>
        <pc:spChg chg="mod">
          <ac:chgData name="Ka Shing CHEN" userId="6d1cba27-f494-46ed-859e-cb8f1b8279cb" providerId="ADAL" clId="{C080A3EA-7C87-437A-A8F6-96D168992977}" dt="2026-04-14T14:22:07.565" v="20" actId="27636"/>
          <ac:spMkLst>
            <pc:docMk/>
            <pc:sldMk cId="0" sldId="258"/>
            <ac:spMk id="14" creationId="{00000000-0000-0000-0000-000000000000}"/>
          </ac:spMkLst>
        </pc:spChg>
      </pc:sldChg>
      <pc:sldChg chg="addSp modSp mod">
        <pc:chgData name="Ka Shing CHEN" userId="6d1cba27-f494-46ed-859e-cb8f1b8279cb" providerId="ADAL" clId="{C080A3EA-7C87-437A-A8F6-96D168992977}" dt="2026-04-14T14:27:28.977" v="73" actId="1076"/>
        <pc:sldMkLst>
          <pc:docMk/>
          <pc:sldMk cId="0" sldId="260"/>
        </pc:sldMkLst>
        <pc:spChg chg="mod">
          <ac:chgData name="Ka Shing CHEN" userId="6d1cba27-f494-46ed-859e-cb8f1b8279cb" providerId="ADAL" clId="{C080A3EA-7C87-437A-A8F6-96D168992977}" dt="2026-04-14T14:22:29.456" v="24" actId="1076"/>
          <ac:spMkLst>
            <pc:docMk/>
            <pc:sldMk cId="0" sldId="260"/>
            <ac:spMk id="4" creationId="{00000000-0000-0000-0000-000000000000}"/>
          </ac:spMkLst>
        </pc:spChg>
        <pc:spChg chg="mod">
          <ac:chgData name="Ka Shing CHEN" userId="6d1cba27-f494-46ed-859e-cb8f1b8279cb" providerId="ADAL" clId="{C080A3EA-7C87-437A-A8F6-96D168992977}" dt="2026-04-14T14:27:20.545" v="71" actId="1076"/>
          <ac:spMkLst>
            <pc:docMk/>
            <pc:sldMk cId="0" sldId="260"/>
            <ac:spMk id="5" creationId="{00000000-0000-0000-0000-000000000000}"/>
          </ac:spMkLst>
        </pc:spChg>
        <pc:spChg chg="mod">
          <ac:chgData name="Ka Shing CHEN" userId="6d1cba27-f494-46ed-859e-cb8f1b8279cb" providerId="ADAL" clId="{C080A3EA-7C87-437A-A8F6-96D168992977}" dt="2026-04-14T14:22:35.110" v="26" actId="1076"/>
          <ac:spMkLst>
            <pc:docMk/>
            <pc:sldMk cId="0" sldId="260"/>
            <ac:spMk id="6" creationId="{00000000-0000-0000-0000-000000000000}"/>
          </ac:spMkLst>
        </pc:spChg>
        <pc:spChg chg="mod">
          <ac:chgData name="Ka Shing CHEN" userId="6d1cba27-f494-46ed-859e-cb8f1b8279cb" providerId="ADAL" clId="{C080A3EA-7C87-437A-A8F6-96D168992977}" dt="2026-04-14T14:22:40.262" v="29" actId="1076"/>
          <ac:spMkLst>
            <pc:docMk/>
            <pc:sldMk cId="0" sldId="260"/>
            <ac:spMk id="9" creationId="{00000000-0000-0000-0000-000000000000}"/>
          </ac:spMkLst>
        </pc:spChg>
        <pc:spChg chg="add mod ord">
          <ac:chgData name="Ka Shing CHEN" userId="6d1cba27-f494-46ed-859e-cb8f1b8279cb" providerId="ADAL" clId="{C080A3EA-7C87-437A-A8F6-96D168992977}" dt="2026-04-14T14:27:28.977" v="73" actId="1076"/>
          <ac:spMkLst>
            <pc:docMk/>
            <pc:sldMk cId="0" sldId="260"/>
            <ac:spMk id="15" creationId="{40ED4B85-A972-796C-B547-968A032B016B}"/>
          </ac:spMkLst>
        </pc:spChg>
        <pc:picChg chg="mod">
          <ac:chgData name="Ka Shing CHEN" userId="6d1cba27-f494-46ed-859e-cb8f1b8279cb" providerId="ADAL" clId="{C080A3EA-7C87-437A-A8F6-96D168992977}" dt="2026-04-14T14:24:11.616" v="47" actId="1076"/>
          <ac:picMkLst>
            <pc:docMk/>
            <pc:sldMk cId="0" sldId="260"/>
            <ac:picMk id="7" creationId="{00000000-0000-0000-0000-000000000000}"/>
          </ac:picMkLst>
        </pc:picChg>
      </pc:sldChg>
      <pc:sldChg chg="modSp mod">
        <pc:chgData name="Ka Shing CHEN" userId="6d1cba27-f494-46ed-859e-cb8f1b8279cb" providerId="ADAL" clId="{C080A3EA-7C87-437A-A8F6-96D168992977}" dt="2026-04-14T14:23:20.186" v="42" actId="1076"/>
        <pc:sldMkLst>
          <pc:docMk/>
          <pc:sldMk cId="0" sldId="261"/>
        </pc:sldMkLst>
        <pc:spChg chg="mod">
          <ac:chgData name="Ka Shing CHEN" userId="6d1cba27-f494-46ed-859e-cb8f1b8279cb" providerId="ADAL" clId="{C080A3EA-7C87-437A-A8F6-96D168992977}" dt="2026-04-14T14:23:20.186" v="42" actId="1076"/>
          <ac:spMkLst>
            <pc:docMk/>
            <pc:sldMk cId="0" sldId="261"/>
            <ac:spMk id="4" creationId="{00000000-0000-0000-0000-000000000000}"/>
          </ac:spMkLst>
        </pc:spChg>
        <pc:spChg chg="mod">
          <ac:chgData name="Ka Shing CHEN" userId="6d1cba27-f494-46ed-859e-cb8f1b8279cb" providerId="ADAL" clId="{C080A3EA-7C87-437A-A8F6-96D168992977}" dt="2026-04-14T14:22:57.584" v="33" actId="1076"/>
          <ac:spMkLst>
            <pc:docMk/>
            <pc:sldMk cId="0" sldId="261"/>
            <ac:spMk id="6" creationId="{00000000-0000-0000-0000-000000000000}"/>
          </ac:spMkLst>
        </pc:spChg>
        <pc:spChg chg="mod">
          <ac:chgData name="Ka Shing CHEN" userId="6d1cba27-f494-46ed-859e-cb8f1b8279cb" providerId="ADAL" clId="{C080A3EA-7C87-437A-A8F6-96D168992977}" dt="2026-04-14T14:23:03.515" v="35" actId="1076"/>
          <ac:spMkLst>
            <pc:docMk/>
            <pc:sldMk cId="0" sldId="261"/>
            <ac:spMk id="8" creationId="{00000000-0000-0000-0000-000000000000}"/>
          </ac:spMkLst>
        </pc:spChg>
        <pc:spChg chg="mod">
          <ac:chgData name="Ka Shing CHEN" userId="6d1cba27-f494-46ed-859e-cb8f1b8279cb" providerId="ADAL" clId="{C080A3EA-7C87-437A-A8F6-96D168992977}" dt="2026-04-14T14:23:10.311" v="38" actId="1076"/>
          <ac:spMkLst>
            <pc:docMk/>
            <pc:sldMk cId="0" sldId="261"/>
            <ac:spMk id="10" creationId="{00000000-0000-0000-0000-000000000000}"/>
          </ac:spMkLst>
        </pc:spChg>
        <pc:spChg chg="mod">
          <ac:chgData name="Ka Shing CHEN" userId="6d1cba27-f494-46ed-859e-cb8f1b8279cb" providerId="ADAL" clId="{C080A3EA-7C87-437A-A8F6-96D168992977}" dt="2026-04-14T14:23:14.161" v="40" actId="1076"/>
          <ac:spMkLst>
            <pc:docMk/>
            <pc:sldMk cId="0" sldId="261"/>
            <ac:spMk id="12" creationId="{00000000-0000-0000-0000-000000000000}"/>
          </ac:spMkLst>
        </pc:spChg>
        <pc:picChg chg="mod">
          <ac:chgData name="Ka Shing CHEN" userId="6d1cba27-f494-46ed-859e-cb8f1b8279cb" providerId="ADAL" clId="{C080A3EA-7C87-437A-A8F6-96D168992977}" dt="2026-04-14T14:22:51.379" v="31" actId="1076"/>
          <ac:picMkLst>
            <pc:docMk/>
            <pc:sldMk cId="0" sldId="261"/>
            <ac:picMk id="7" creationId="{00000000-0000-0000-0000-000000000000}"/>
          </ac:picMkLst>
        </pc:picChg>
        <pc:picChg chg="mod">
          <ac:chgData name="Ka Shing CHEN" userId="6d1cba27-f494-46ed-859e-cb8f1b8279cb" providerId="ADAL" clId="{C080A3EA-7C87-437A-A8F6-96D168992977}" dt="2026-04-14T14:23:12.595" v="39" actId="1076"/>
          <ac:picMkLst>
            <pc:docMk/>
            <pc:sldMk cId="0" sldId="261"/>
            <ac:picMk id="11" creationId="{00000000-0000-0000-0000-000000000000}"/>
          </ac:picMkLst>
        </pc:picChg>
      </pc:sldChg>
      <pc:sldChg chg="addSp delSp modSp mod">
        <pc:chgData name="Ka Shing CHEN" userId="6d1cba27-f494-46ed-859e-cb8f1b8279cb" providerId="ADAL" clId="{C080A3EA-7C87-437A-A8F6-96D168992977}" dt="2026-04-14T14:28:01.472" v="80" actId="1076"/>
        <pc:sldMkLst>
          <pc:docMk/>
          <pc:sldMk cId="0" sldId="262"/>
        </pc:sldMkLst>
        <pc:spChg chg="mod">
          <ac:chgData name="Ka Shing CHEN" userId="6d1cba27-f494-46ed-859e-cb8f1b8279cb" providerId="ADAL" clId="{C080A3EA-7C87-437A-A8F6-96D168992977}" dt="2026-04-14T14:27:51.887" v="76" actId="1076"/>
          <ac:spMkLst>
            <pc:docMk/>
            <pc:sldMk cId="0" sldId="262"/>
            <ac:spMk id="5" creationId="{00000000-0000-0000-0000-000000000000}"/>
          </ac:spMkLst>
        </pc:spChg>
        <pc:spChg chg="mod">
          <ac:chgData name="Ka Shing CHEN" userId="6d1cba27-f494-46ed-859e-cb8f1b8279cb" providerId="ADAL" clId="{C080A3EA-7C87-437A-A8F6-96D168992977}" dt="2026-04-14T14:23:27.448" v="43" actId="14100"/>
          <ac:spMkLst>
            <pc:docMk/>
            <pc:sldMk cId="0" sldId="262"/>
            <ac:spMk id="6" creationId="{00000000-0000-0000-0000-000000000000}"/>
          </ac:spMkLst>
        </pc:spChg>
        <pc:spChg chg="mod">
          <ac:chgData name="Ka Shing CHEN" userId="6d1cba27-f494-46ed-859e-cb8f1b8279cb" providerId="ADAL" clId="{C080A3EA-7C87-437A-A8F6-96D168992977}" dt="2026-04-14T14:27:46.755" v="75" actId="1076"/>
          <ac:spMkLst>
            <pc:docMk/>
            <pc:sldMk cId="0" sldId="262"/>
            <ac:spMk id="8" creationId="{00000000-0000-0000-0000-000000000000}"/>
          </ac:spMkLst>
        </pc:spChg>
        <pc:spChg chg="mod">
          <ac:chgData name="Ka Shing CHEN" userId="6d1cba27-f494-46ed-859e-cb8f1b8279cb" providerId="ADAL" clId="{C080A3EA-7C87-437A-A8F6-96D168992977}" dt="2026-04-14T14:27:58.822" v="79" actId="1076"/>
          <ac:spMkLst>
            <pc:docMk/>
            <pc:sldMk cId="0" sldId="262"/>
            <ac:spMk id="9" creationId="{00000000-0000-0000-0000-000000000000}"/>
          </ac:spMkLst>
        </pc:spChg>
        <pc:spChg chg="mod">
          <ac:chgData name="Ka Shing CHEN" userId="6d1cba27-f494-46ed-859e-cb8f1b8279cb" providerId="ADAL" clId="{C080A3EA-7C87-437A-A8F6-96D168992977}" dt="2026-04-14T14:23:29.742" v="44" actId="14100"/>
          <ac:spMkLst>
            <pc:docMk/>
            <pc:sldMk cId="0" sldId="262"/>
            <ac:spMk id="10" creationId="{00000000-0000-0000-0000-000000000000}"/>
          </ac:spMkLst>
        </pc:spChg>
        <pc:spChg chg="mod">
          <ac:chgData name="Ka Shing CHEN" userId="6d1cba27-f494-46ed-859e-cb8f1b8279cb" providerId="ADAL" clId="{C080A3EA-7C87-437A-A8F6-96D168992977}" dt="2026-04-14T14:28:01.472" v="80" actId="1076"/>
          <ac:spMkLst>
            <pc:docMk/>
            <pc:sldMk cId="0" sldId="262"/>
            <ac:spMk id="12" creationId="{00000000-0000-0000-0000-000000000000}"/>
          </ac:spMkLst>
        </pc:spChg>
        <pc:spChg chg="add del mod">
          <ac:chgData name="Ka Shing CHEN" userId="6d1cba27-f494-46ed-859e-cb8f1b8279cb" providerId="ADAL" clId="{C080A3EA-7C87-437A-A8F6-96D168992977}" dt="2026-04-14T14:20:16.829" v="3" actId="478"/>
          <ac:spMkLst>
            <pc:docMk/>
            <pc:sldMk cId="0" sldId="262"/>
            <ac:spMk id="13" creationId="{00000000-0000-0000-0000-000000000000}"/>
          </ac:spMkLst>
        </pc:spChg>
        <pc:spChg chg="mod">
          <ac:chgData name="Ka Shing CHEN" userId="6d1cba27-f494-46ed-859e-cb8f1b8279cb" providerId="ADAL" clId="{C080A3EA-7C87-437A-A8F6-96D168992977}" dt="2026-04-14T14:20:28.872" v="5" actId="1076"/>
          <ac:spMkLst>
            <pc:docMk/>
            <pc:sldMk cId="0" sldId="262"/>
            <ac:spMk id="15" creationId="{00000000-0000-0000-0000-000000000000}"/>
          </ac:spMkLst>
        </pc:spChg>
      </pc:sldChg>
      <pc:sldChg chg="new del">
        <pc:chgData name="Ka Shing CHEN" userId="6d1cba27-f494-46ed-859e-cb8f1b8279cb" providerId="ADAL" clId="{C080A3EA-7C87-437A-A8F6-96D168992977}" dt="2026-04-14T14:23:51.002" v="46" actId="47"/>
        <pc:sldMkLst>
          <pc:docMk/>
          <pc:sldMk cId="2303164312" sldId="26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676853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slide_work/tit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FA9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IDEA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29768"/>
            <a:ext cx="7132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94B6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the product does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79" y="1097280"/>
            <a:ext cx="9904095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334155"/>
                </a:solidFill>
              </a:rPr>
              <a:t>CloudTrip AI Bot is a Telegram-based travel concierge that gives users practical trip planning and problem-solving support in natural language.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2649855"/>
            <a:ext cx="338328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Shape 4"/>
          <p:cNvSpPr/>
          <p:nvPr/>
        </p:nvSpPr>
        <p:spPr>
          <a:xfrm>
            <a:off x="822960" y="2832735"/>
            <a:ext cx="502920" cy="502920"/>
          </a:xfrm>
          <a:prstGeom prst="ellipse">
            <a:avLst/>
          </a:prstGeom>
          <a:solidFill>
            <a:srgbClr val="3C78A8">
              <a:alpha val="95000"/>
            </a:srgbClr>
          </a:solidFill>
          <a:ln w="12700">
            <a:solidFill>
              <a:srgbClr val="3C78A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905256" y="2896743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✈️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417320" y="2851023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94B69"/>
                </a:solidFill>
              </a:rPr>
              <a:t>Plan trips fast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41248" y="3518535"/>
            <a:ext cx="2926080" cy="1325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334155"/>
                </a:solidFill>
              </a:rPr>
              <a:t>Generates short itineraries, activity ideas, transport tips, and packing reminders.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434840" y="2649855"/>
            <a:ext cx="338328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4617720" y="2832735"/>
            <a:ext cx="502920" cy="502920"/>
          </a:xfrm>
          <a:prstGeom prst="ellipse">
            <a:avLst/>
          </a:prstGeom>
          <a:solidFill>
            <a:srgbClr val="1F9D8B">
              <a:alpha val="95000"/>
            </a:srgbClr>
          </a:solidFill>
          <a:ln w="12700">
            <a:solidFill>
              <a:srgbClr val="1F9D8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4700016" y="2896743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🧭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212080" y="2851023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94B69"/>
                </a:solidFill>
              </a:rPr>
              <a:t>Solve travel issues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636008" y="3518535"/>
            <a:ext cx="2926080" cy="1325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334155"/>
                </a:solidFill>
              </a:rPr>
              <a:t>Handles flight delays, rain plans, and common travel questions with actionable advice.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412480" y="2649855"/>
            <a:ext cx="338328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8595360" y="2832735"/>
            <a:ext cx="502920" cy="502920"/>
          </a:xfrm>
          <a:prstGeom prst="ellipse">
            <a:avLst/>
          </a:prstGeom>
          <a:solidFill>
            <a:srgbClr val="F59E0B">
              <a:alpha val="95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8677656" y="2896743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☁️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189720" y="2851023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94B69"/>
                </a:solidFill>
              </a:rPr>
              <a:t>Run as a cloud service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613648" y="3518535"/>
            <a:ext cx="2926080" cy="1325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334155"/>
                </a:solidFill>
              </a:rPr>
              <a:t>Logs interactions, exposes a health endpoint, runs in Docker, and deploys to AWS EC2.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48640" y="644652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796"/>
                </a:solidFill>
              </a:rPr>
              <a:t>COMP7940 Project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6355080"/>
            <a:ext cx="1124712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FA9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FEATURES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29768"/>
            <a:ext cx="7132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94B6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Two meaningful prototype features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79" y="914400"/>
            <a:ext cx="1020889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</a:rPr>
              <a:t>The bot demonstrates both travel itinerary planning and travel problem-solving through live Telegram interactions.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5440680" cy="4526280"/>
          </a:xfrm>
          <a:prstGeom prst="roundRect">
            <a:avLst>
              <a:gd name="adj" fmla="val 1212"/>
            </a:avLst>
          </a:prstGeom>
          <a:solidFill>
            <a:srgbClr val="EAF1F6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868680" y="17373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94B69"/>
                </a:solidFill>
              </a:rPr>
              <a:t>Feature 1 — Travel itinerary planning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55742" y="2569464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67085"/>
                </a:solidFill>
              </a:rPr>
              <a:t>Example: “Plan a 3-day Tokyo trip for me.”</a:t>
            </a:r>
            <a:endParaRPr lang="en-US" sz="1300" dirty="0"/>
          </a:p>
        </p:txBody>
      </p:sp>
      <p:pic>
        <p:nvPicPr>
          <p:cNvPr id="8" name="Image 0" descr="/mnt/data/slide_work/image2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3508" y="2148840"/>
            <a:ext cx="1683327" cy="36576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68680" y="3150108"/>
            <a:ext cx="2423160" cy="1325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334155"/>
                </a:solidFill>
              </a:rPr>
              <a:t>Generates a structured day-by-day itinerary with attractions, food suggestions, and practical travel tips.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355080" y="1554480"/>
            <a:ext cx="5212080" cy="4526280"/>
          </a:xfrm>
          <a:prstGeom prst="roundRect">
            <a:avLst>
              <a:gd name="adj" fmla="val 1212"/>
            </a:avLst>
          </a:prstGeom>
          <a:solidFill>
            <a:srgbClr val="EAF1F6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8"/>
          <p:cNvSpPr/>
          <p:nvPr/>
        </p:nvSpPr>
        <p:spPr>
          <a:xfrm>
            <a:off x="6583680" y="17373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94B69"/>
                </a:solidFill>
              </a:rPr>
              <a:t>Feature 2 — Travel problem-solving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6655277" y="2492121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67085"/>
                </a:solidFill>
              </a:rPr>
              <a:t>Example: “Give me a 5-day plan for Beijing.”</a:t>
            </a:r>
            <a:endParaRPr lang="en-US" sz="1300" dirty="0"/>
          </a:p>
        </p:txBody>
      </p:sp>
      <p:pic>
        <p:nvPicPr>
          <p:cNvPr id="13" name="Image 1" descr="/mnt/data/slide_work/image3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8477" y="2148840"/>
            <a:ext cx="1685605" cy="36576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697980" y="3314700"/>
            <a:ext cx="2240280" cy="132588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334155"/>
                </a:solidFill>
              </a:rPr>
              <a:t>The same interface can answer travel questions in context, for example delays, weather changes, or transport choices.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548640" y="644652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796"/>
                </a:solidFill>
              </a:rPr>
              <a:t>COMP7940 Project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457200" y="6355080"/>
            <a:ext cx="1124712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FA9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CLOUD WORKFLOW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29768"/>
            <a:ext cx="7132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94B6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End-to-end system architecture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932688"/>
            <a:ext cx="8961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</a:rPr>
              <a:t>A two-service design separates Telegram interaction from health monitoring, while cloud storage and CI/CD complete the deployment loop.</a:t>
            </a:r>
            <a:endParaRPr lang="en-US" sz="1600" dirty="0"/>
          </a:p>
        </p:txBody>
      </p:sp>
      <p:pic>
        <p:nvPicPr>
          <p:cNvPr id="5" name="Image 0" descr="/mnt/data/slide_work/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545016"/>
            <a:ext cx="6400800" cy="427088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589520" y="1600200"/>
            <a:ext cx="3794760" cy="4023360"/>
          </a:xfrm>
          <a:prstGeom prst="roundRect">
            <a:avLst>
              <a:gd name="adj" fmla="val 144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4"/>
          <p:cNvSpPr/>
          <p:nvPr/>
        </p:nvSpPr>
        <p:spPr>
          <a:xfrm>
            <a:off x="7818120" y="1892808"/>
            <a:ext cx="146304" cy="146304"/>
          </a:xfrm>
          <a:prstGeom prst="ellipse">
            <a:avLst/>
          </a:prstGeom>
          <a:solidFill>
            <a:srgbClr val="3C78A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5"/>
          <p:cNvSpPr/>
          <p:nvPr/>
        </p:nvSpPr>
        <p:spPr>
          <a:xfrm>
            <a:off x="8046720" y="1856232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94B69"/>
                </a:solidFill>
              </a:rPr>
              <a:t>Telegram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0" y="205740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</a:rPr>
              <a:t>User-facing chat channel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818120" y="2496312"/>
            <a:ext cx="146304" cy="146304"/>
          </a:xfrm>
          <a:prstGeom prst="ellipse">
            <a:avLst/>
          </a:prstGeom>
          <a:solidFill>
            <a:srgbClr val="4FA9B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8"/>
          <p:cNvSpPr/>
          <p:nvPr/>
        </p:nvSpPr>
        <p:spPr>
          <a:xfrm>
            <a:off x="8046720" y="2459736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94B69"/>
                </a:solidFill>
              </a:rPr>
              <a:t>HKBU AI API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046720" y="2660904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</a:rPr>
              <a:t>LLM response generation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7818120" y="3099816"/>
            <a:ext cx="146304" cy="146304"/>
          </a:xfrm>
          <a:prstGeom prst="ellipse">
            <a:avLst/>
          </a:prstGeom>
          <a:solidFill>
            <a:srgbClr val="1F9D8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1"/>
          <p:cNvSpPr/>
          <p:nvPr/>
        </p:nvSpPr>
        <p:spPr>
          <a:xfrm>
            <a:off x="8046720" y="3063240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94B69"/>
                </a:solidFill>
              </a:rPr>
              <a:t>Azure Cosmos DB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8046720" y="3264408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</a:rPr>
              <a:t>Cloud interaction logging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7818120" y="3703320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4"/>
          <p:cNvSpPr/>
          <p:nvPr/>
        </p:nvSpPr>
        <p:spPr>
          <a:xfrm>
            <a:off x="8046720" y="3666744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94B69"/>
                </a:solidFill>
              </a:rPr>
              <a:t>FastAPI /health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8046720" y="3867912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</a:rPr>
              <a:t>Basic service monitoring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7818120" y="4306824"/>
            <a:ext cx="146304" cy="146304"/>
          </a:xfrm>
          <a:prstGeom prst="ellipse">
            <a:avLst/>
          </a:prstGeom>
          <a:solidFill>
            <a:srgbClr val="294B6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7"/>
          <p:cNvSpPr/>
          <p:nvPr/>
        </p:nvSpPr>
        <p:spPr>
          <a:xfrm>
            <a:off x="8046720" y="4270248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94B69"/>
                </a:solidFill>
              </a:rPr>
              <a:t>AWS EC2 + Docker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8046720" y="4471416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</a:rPr>
              <a:t>Cloud hosting and container runtime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7818120" y="4910328"/>
            <a:ext cx="146304" cy="146304"/>
          </a:xfrm>
          <a:prstGeom prst="ellipse">
            <a:avLst/>
          </a:prstGeom>
          <a:solidFill>
            <a:srgbClr val="667085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0"/>
          <p:cNvSpPr/>
          <p:nvPr/>
        </p:nvSpPr>
        <p:spPr>
          <a:xfrm>
            <a:off x="8046720" y="4873752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94B69"/>
                </a:solidFill>
              </a:rPr>
              <a:t>GitHub Actions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8046720" y="507492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</a:rPr>
              <a:t>Automatic redeployment on push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548640" y="644652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796"/>
                </a:solidFill>
              </a:rPr>
              <a:t>COMP7940 Project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457200" y="6355080"/>
            <a:ext cx="1124712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FA9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 VISIBILITY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29768"/>
            <a:ext cx="7132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94B6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Logging and monitoring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79" y="981189"/>
            <a:ext cx="1072324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</a:rPr>
              <a:t>Every interaction is stored in a cloud database, while a dedicated health endpoint makes the deployed API observable.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70560" y="1463039"/>
            <a:ext cx="5532120" cy="4526280"/>
          </a:xfrm>
          <a:prstGeom prst="roundRect">
            <a:avLst>
              <a:gd name="adj" fmla="val 1212"/>
            </a:avLst>
          </a:prstGeom>
          <a:solidFill>
            <a:srgbClr val="EAF1F6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Text 4"/>
          <p:cNvSpPr/>
          <p:nvPr/>
        </p:nvSpPr>
        <p:spPr>
          <a:xfrm>
            <a:off x="868680" y="1703694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94B69"/>
                </a:solidFill>
              </a:rPr>
              <a:t>Cloud database logging</a:t>
            </a:r>
            <a:endParaRPr lang="en-US" sz="2000" dirty="0"/>
          </a:p>
        </p:txBody>
      </p:sp>
      <p:pic>
        <p:nvPicPr>
          <p:cNvPr id="7" name="Image 0" descr="/mnt/data/slide_work/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090226"/>
            <a:ext cx="5074920" cy="219404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355080" y="1463040"/>
            <a:ext cx="5166360" cy="4526280"/>
          </a:xfrm>
          <a:prstGeom prst="roundRect">
            <a:avLst>
              <a:gd name="adj" fmla="val 1212"/>
            </a:avLst>
          </a:prstGeom>
          <a:solidFill>
            <a:srgbClr val="EAF1F6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6"/>
          <p:cNvSpPr/>
          <p:nvPr/>
        </p:nvSpPr>
        <p:spPr>
          <a:xfrm>
            <a:off x="6583680" y="1703694"/>
            <a:ext cx="332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94B69"/>
                </a:solidFill>
              </a:rPr>
              <a:t>Service health check</a:t>
            </a:r>
            <a:endParaRPr lang="en-US" sz="2000" dirty="0"/>
          </a:p>
        </p:txBody>
      </p:sp>
      <p:pic>
        <p:nvPicPr>
          <p:cNvPr id="10" name="Image 1" descr="/mnt/data/slide_work/image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2610879"/>
            <a:ext cx="4617720" cy="53896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583680" y="3840480"/>
            <a:ext cx="3108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34155"/>
                </a:solidFill>
              </a:rPr>
              <a:t>Monitoring signals used in the project: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6629400" y="4096512"/>
            <a:ext cx="4297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4155"/>
                </a:solidFill>
              </a:rPr>
              <a:t>• /health endpoint for service status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34155"/>
                </a:solidFill>
              </a:rPr>
              <a:t>• docker compose logs for runtime issues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34155"/>
                </a:solidFill>
              </a:rPr>
              <a:t>• MongoDB records for debugging and traceability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548640" y="644652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796"/>
                </a:solidFill>
              </a:rPr>
              <a:t>COMP7940 Project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457200" y="6355080"/>
            <a:ext cx="1124712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0ED4B85-A972-796C-B547-968A032B016B}"/>
              </a:ext>
            </a:extLst>
          </p:cNvPr>
          <p:cNvSpPr txBox="1"/>
          <p:nvPr/>
        </p:nvSpPr>
        <p:spPr>
          <a:xfrm>
            <a:off x="1622402" y="4511992"/>
            <a:ext cx="441263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dirty="0"/>
              <a:t>Telegram user ID ,</a:t>
            </a:r>
            <a:r>
              <a:rPr lang="zh-CN" altLang="en-US" dirty="0"/>
              <a:t> </a:t>
            </a:r>
            <a:r>
              <a:rPr lang="en-US" altLang="zh-CN" dirty="0"/>
              <a:t>username </a:t>
            </a:r>
            <a:endParaRPr lang="zh-CN" altLang="zh-CN" dirty="0"/>
          </a:p>
          <a:p>
            <a:pPr lvl="0"/>
            <a:r>
              <a:rPr lang="en-US" altLang="zh-CN" dirty="0"/>
              <a:t>user message , bot reply </a:t>
            </a:r>
            <a:endParaRPr lang="zh-CN" altLang="zh-CN" dirty="0"/>
          </a:p>
          <a:p>
            <a:pPr lvl="0"/>
            <a:r>
              <a:rPr lang="en-US" altLang="zh-CN" dirty="0"/>
              <a:t>response time , request status </a:t>
            </a:r>
            <a:endParaRPr lang="zh-CN" altLang="zh-CN" dirty="0"/>
          </a:p>
          <a:p>
            <a:pPr lvl="0"/>
            <a:r>
              <a:rPr lang="en-US" altLang="zh-CN" dirty="0"/>
              <a:t>timestamp </a:t>
            </a:r>
            <a:endParaRPr lang="zh-CN" altLang="zh-CN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FA9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LOCAL PROTOTYPE TO CLOUD SERVICE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29768"/>
            <a:ext cx="7132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94B6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Deployment and DevOps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79" y="971550"/>
            <a:ext cx="1079944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</a:rPr>
              <a:t>The project runs as two Docker Compose services on EC2 and is redeployed automatically through GitHub Actions after each push to main.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4572000" cy="4480560"/>
          </a:xfrm>
          <a:prstGeom prst="roundRect">
            <a:avLst>
              <a:gd name="adj" fmla="val 1224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868679" y="1785529"/>
            <a:ext cx="348424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94B69"/>
                </a:solidFill>
              </a:rPr>
              <a:t>Cloud deployment on EC2</a:t>
            </a:r>
            <a:endParaRPr lang="en-US" sz="2000" dirty="0"/>
          </a:p>
        </p:txBody>
      </p:sp>
      <p:pic>
        <p:nvPicPr>
          <p:cNvPr id="7" name="Image 0" descr="/mnt/data/slide_work/image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864684"/>
            <a:ext cx="4114800" cy="4774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79" y="4332296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334155"/>
                </a:solidFill>
              </a:rPr>
              <a:t>Evidence that both the API service and bot worker are running in containers on the cloud instance.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440680" y="1463040"/>
            <a:ext cx="6080760" cy="4480560"/>
          </a:xfrm>
          <a:prstGeom prst="roundRect">
            <a:avLst>
              <a:gd name="adj" fmla="val 1224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7"/>
          <p:cNvSpPr/>
          <p:nvPr/>
        </p:nvSpPr>
        <p:spPr>
          <a:xfrm>
            <a:off x="5669280" y="1763228"/>
            <a:ext cx="48844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94B69"/>
                </a:solidFill>
              </a:rPr>
              <a:t>CI/CD automation with GitHub Actions</a:t>
            </a:r>
            <a:endParaRPr lang="en-US" sz="2000" dirty="0"/>
          </a:p>
        </p:txBody>
      </p:sp>
      <p:pic>
        <p:nvPicPr>
          <p:cNvPr id="11" name="Image 1" descr="/mnt/data/slide_work/image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0" y="2365471"/>
            <a:ext cx="5623560" cy="182057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669280" y="4432555"/>
            <a:ext cx="544068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334155"/>
                </a:solidFill>
              </a:rPr>
              <a:t>Workflow steps: checkout repository, load EC2 key, connect by SSH, pull latest code, rebuild Docker services, and restart the application.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548640" y="644652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796"/>
                </a:solidFill>
              </a:rPr>
              <a:t>COMP7940 Project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457200" y="6355080"/>
            <a:ext cx="1124712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FA9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THIS IS A COMPLETE CLOUD PROJECT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29768"/>
            <a:ext cx="7132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94B6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Monitoring and cost awareness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932688"/>
            <a:ext cx="10241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</a:rPr>
              <a:t>The architecture stayed lightweight while still meeting the course requirements for Telegram, cloud logging, cloud hosting, monitoring, containers, and CI/CD.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09600" y="1518464"/>
            <a:ext cx="5486400" cy="4343400"/>
          </a:xfrm>
          <a:prstGeom prst="roundRect">
            <a:avLst>
              <a:gd name="adj" fmla="val 1263"/>
            </a:avLst>
          </a:prstGeom>
          <a:solidFill>
            <a:srgbClr val="EAF1F6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Text 4"/>
          <p:cNvSpPr/>
          <p:nvPr/>
        </p:nvSpPr>
        <p:spPr>
          <a:xfrm>
            <a:off x="868680" y="1709928"/>
            <a:ext cx="269367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94B69"/>
                </a:solidFill>
              </a:rPr>
              <a:t>AWS hosting cost</a:t>
            </a:r>
            <a:endParaRPr lang="en-US" sz="1900" dirty="0"/>
          </a:p>
        </p:txBody>
      </p:sp>
      <p:pic>
        <p:nvPicPr>
          <p:cNvPr id="7" name="Image 0" descr="/mnt/data/slide_work/image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299877"/>
            <a:ext cx="5074920" cy="248684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33831" y="5159681"/>
            <a:ext cx="360807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34155"/>
                </a:solidFill>
              </a:rPr>
              <a:t>Month-to-date: USD 5.98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334155"/>
                </a:solidFill>
              </a:rPr>
              <a:t>Forecasted monthly total: USD 13.86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388608" y="1508760"/>
            <a:ext cx="5193792" cy="4343400"/>
          </a:xfrm>
          <a:prstGeom prst="roundRect">
            <a:avLst>
              <a:gd name="adj" fmla="val 1263"/>
            </a:avLst>
          </a:prstGeom>
          <a:solidFill>
            <a:srgbClr val="EAF1F6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7"/>
          <p:cNvSpPr/>
          <p:nvPr/>
        </p:nvSpPr>
        <p:spPr>
          <a:xfrm>
            <a:off x="6583679" y="1709928"/>
            <a:ext cx="2646045" cy="2674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94B69"/>
                </a:solidFill>
              </a:rPr>
              <a:t>Azure database cost</a:t>
            </a:r>
            <a:endParaRPr lang="en-US" sz="1900" dirty="0"/>
          </a:p>
        </p:txBody>
      </p:sp>
      <p:pic>
        <p:nvPicPr>
          <p:cNvPr id="11" name="Image 1" descr="/mnt/data/slide_work/image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2405432"/>
            <a:ext cx="4754880" cy="15899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722364" y="4681728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334155"/>
                </a:solidFill>
              </a:rPr>
              <a:t>Azure Cosmos DB cost remained below USD 0.01 during development and testing.</a:t>
            </a:r>
            <a:endParaRPr lang="en-US" sz="1500" b="1" dirty="0"/>
          </a:p>
        </p:txBody>
      </p:sp>
      <p:sp>
        <p:nvSpPr>
          <p:cNvPr id="13" name="Text 9"/>
          <p:cNvSpPr/>
          <p:nvPr/>
        </p:nvSpPr>
        <p:spPr>
          <a:xfrm>
            <a:off x="841248" y="6181904"/>
            <a:ext cx="10424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94B69"/>
                </a:solidFill>
              </a:rPr>
              <a:t>Result: CloudTrip AI Bot became a practical cloud-hosted AI travel concierge rather than a local chatbot demo.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548640" y="644652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796"/>
                </a:solidFill>
              </a:rPr>
              <a:t>CloudTrip AI Bot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457199" y="6640830"/>
            <a:ext cx="11477625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513</Words>
  <Application>Microsoft Office PowerPoint</Application>
  <PresentationFormat>宽屏</PresentationFormat>
  <Paragraphs>78</Paragraphs>
  <Slides>7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CloudTrip AI Bot</dc:title>
  <dc:subject>CloudTrip AI Bot presentation</dc:subject>
  <dc:creator>OpenAI</dc:creator>
  <cp:lastModifiedBy>Ka Shing CHEN</cp:lastModifiedBy>
  <cp:revision>1</cp:revision>
  <dcterms:created xsi:type="dcterms:W3CDTF">2026-04-14T14:14:56Z</dcterms:created>
  <dcterms:modified xsi:type="dcterms:W3CDTF">2026-04-14T14:28:02Z</dcterms:modified>
</cp:coreProperties>
</file>